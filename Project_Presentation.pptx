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Electric Motor Fault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– EEE</a:t>
            </a:r>
          </a:p>
          <a:p>
            <a:r>
              <a:t>Student: __________________</a:t>
            </a:r>
          </a:p>
          <a:p>
            <a:r>
              <a:t>College: __________________</a:t>
            </a:r>
          </a:p>
          <a:p>
            <a:r>
              <a:t>Educational ML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Motor faults can lead to downtime and maintenance costs.</a:t>
            </a:r>
          </a:p>
          <a:p>
            <a:pPr>
              <a:defRPr sz="2400"/>
            </a:pPr>
            <a:r>
              <a:t>Sensor features may contain patterns linked to operating condition.</a:t>
            </a:r>
          </a:p>
          <a:p>
            <a:pPr>
              <a:defRPr sz="2400"/>
            </a:pPr>
            <a:r>
              <a:t>Goal: classify labelled motor-condition samples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Prepare and inspect a labelled dataset</a:t>
            </a:r>
          </a:p>
          <a:p>
            <a:pPr>
              <a:defRPr sz="2400"/>
            </a:pPr>
            <a:r>
              <a:t>Use vibration, temperature, current and acoustic features</a:t>
            </a:r>
          </a:p>
          <a:p>
            <a:pPr>
              <a:defRPr sz="2400"/>
            </a:pPr>
            <a:r>
              <a:t>Train and evaluate a Random Forest classifier</a:t>
            </a:r>
          </a:p>
          <a:p>
            <a:pPr>
              <a:defRPr sz="2400"/>
            </a:pPr>
            <a:r>
              <a:t>Build an interactive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 → preprocessing → feature selection</a:t>
            </a:r>
          </a:p>
          <a:p>
            <a:pPr>
              <a:defRPr sz="2400"/>
            </a:pPr>
            <a:r>
              <a:t>Train/test split → Random Forest training</a:t>
            </a:r>
          </a:p>
          <a:p>
            <a:pPr>
              <a:defRPr sz="2400"/>
            </a:pPr>
            <a:r>
              <a:t>Evaluation → confusion matrix and class-wise metrics</a:t>
            </a:r>
          </a:p>
          <a:p>
            <a:pPr>
              <a:defRPr sz="2400"/>
            </a:pPr>
            <a:r>
              <a:t>Dashboard → sample prediction and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Example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Normal</a:t>
            </a:r>
          </a:p>
          <a:p>
            <a:pPr>
              <a:defRPr sz="2000"/>
            </a:pPr>
            <a:r>
              <a:t>Bearing fault</a:t>
            </a:r>
          </a:p>
          <a:p>
            <a:pPr>
              <a:defRPr sz="2000"/>
            </a:pPr>
            <a:r>
              <a:t>Imbalance fault</a:t>
            </a:r>
          </a:p>
          <a:p>
            <a:pPr>
              <a:defRPr sz="2000"/>
            </a:pPr>
            <a:r>
              <a:t>Misalignment fault</a:t>
            </a:r>
          </a:p>
          <a:p>
            <a:pPr>
              <a:defRPr sz="2000"/>
            </a:pPr>
            <a:r>
              <a:t>Important: bundled data is simulated demonstration data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Vibration RMS and standard deviation</a:t>
            </a:r>
          </a:p>
          <a:p>
            <a:pPr>
              <a:defRPr sz="2400"/>
            </a:pPr>
            <a:r>
              <a:t>Peak amplitude and kurtosis</a:t>
            </a:r>
          </a:p>
          <a:p>
            <a:pPr>
              <a:defRPr sz="2400"/>
            </a:pPr>
            <a:r>
              <a:t>Dominant frequency (Hz)</a:t>
            </a:r>
          </a:p>
          <a:p>
            <a:pPr>
              <a:defRPr sz="2400"/>
            </a:pPr>
            <a:r>
              <a:t>Temperature (°C), current (A), acoustic 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Random Forest classifier</a:t>
            </a:r>
          </a:p>
          <a:p>
            <a:pPr>
              <a:defRPr sz="2400"/>
            </a:pPr>
            <a:r>
              <a:t>Median imputation for missing feature values</a:t>
            </a:r>
          </a:p>
          <a:p>
            <a:pPr>
              <a:defRPr sz="2400"/>
            </a:pPr>
            <a:r>
              <a:t>Stratified hold-out test split</a:t>
            </a:r>
          </a:p>
          <a:p>
            <a:pPr>
              <a:defRPr sz="2400"/>
            </a:pPr>
            <a:r>
              <a:t>Metrics: accuracy, precision, recall, F1-score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Predict motor condition from input measurements</a:t>
            </a:r>
          </a:p>
          <a:p>
            <a:pPr>
              <a:defRPr sz="2400"/>
            </a:pPr>
            <a:r>
              <a:t>Explore data and class distribution</a:t>
            </a:r>
          </a:p>
          <a:p>
            <a:pPr>
              <a:defRPr sz="2400"/>
            </a:pPr>
            <a:r>
              <a:t>View feature histograms</a:t>
            </a:r>
          </a:p>
          <a:p>
            <a:pPr>
              <a:defRPr sz="2400"/>
            </a:pPr>
            <a:r>
              <a:t>Inspect confusion matrix and classification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Demo metrics validate software flow only</a:t>
            </a:r>
          </a:p>
          <a:p>
            <a:pPr>
              <a:defRPr sz="2400"/>
            </a:pPr>
            <a:r>
              <a:t>Simulated data is not real sensor evidence</a:t>
            </a:r>
          </a:p>
          <a:p>
            <a:pPr>
              <a:defRPr sz="2400"/>
            </a:pPr>
            <a:r>
              <a:t>Real-world claims require a suitable labelled dataset and independent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Never create unsafe faults on a running motor</a:t>
            </a:r>
          </a:p>
          <a:p>
            <a:pPr>
              <a:defRPr sz="2400"/>
            </a:pPr>
            <a:r>
              <a:t>Use public datasets or supervised, guarded lab work</a:t>
            </a:r>
          </a:p>
          <a:p>
            <a:pPr>
              <a:defRPr sz="2400"/>
            </a:pPr>
            <a:r>
              <a:t>The project demonstrates an end-to-end ML workflow</a:t>
            </a:r>
          </a:p>
          <a:p>
            <a:pPr>
              <a:defRPr sz="2400"/>
            </a:pPr>
            <a:r>
              <a:t>Future work: real data, model comparison, signal 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Scikit-learn: https://scikit-learn.org/stable/</a:t>
            </a:r>
          </a:p>
          <a:p>
            <a:pPr>
              <a:defRPr sz="2400"/>
            </a:pPr>
            <a:r>
              <a:t>Streamlit: https://docs.streamlit.io/</a:t>
            </a:r>
          </a:p>
          <a:p>
            <a:pPr>
              <a:defRPr sz="2400"/>
            </a:pPr>
            <a:r>
              <a:t>CWRU Bearing Data Center: https://engineering.case.edu/bearingdatacenter/welcome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